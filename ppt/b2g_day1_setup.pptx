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가져오기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4A7B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2026.05.12 (화)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소개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00400" cy="411480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/>
        </p:spPr>
      </p:sp>
      <p:pic>
        <p:nvPicPr>
          <p:cNvPr id="5" name="Image 0" descr="/Users/sujinpark/b2b-lecture-note/instructor/inyounglee/prof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2004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06240" y="1554480"/>
            <a:ext cx="7434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이인영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206240" y="2240280"/>
            <a:ext cx="914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06240" y="2331720"/>
            <a:ext cx="7434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 대표  ·  n8n Global Seoul Ambassador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206240" y="2788920"/>
            <a:ext cx="74340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쏘카·카카오스타일·쿠팡플레이에서 모빌리티, 이커머스, OTT, 광고 도메인을 경험하며 데이터 기반 의사결정을 했습니다. 2024년 데이터팝콘으로 솔로프리너 활동을 시작해, 2025년 AI 자동화 전문 스타트업을 창업했습니다.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국내 1호 n8n 글로벌 앰배서더로 기업·대학생·취업준비생 대상 AI 자동화 컨설팅과 강의를 진행하고 있습니다. Google I/O Seoul, 데이터야놀자 등에서 발표하며 유튜브 「데이터팝콘」과 링크드인에 실무 콘텐츠를 공유합니다.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저서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343400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한빛미디어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《n8n이 다 해줌》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위키독스 노코드 가이드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33338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3338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6" name="Text 13"/>
          <p:cNvSpPr/>
          <p:nvPr/>
        </p:nvSpPr>
        <p:spPr>
          <a:xfrm>
            <a:off x="6270498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70498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인프런 n8n 완전정복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KDT 부트캠프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팀스파르타·러닝스푼즈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60436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60436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0" name="Text 17"/>
          <p:cNvSpPr/>
          <p:nvPr/>
        </p:nvSpPr>
        <p:spPr>
          <a:xfrm>
            <a:off x="8197596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197596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I/O Seoul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데이터야놀자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n8n Seoul Meetup 주최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987534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987534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4" name="Text 21"/>
          <p:cNvSpPr/>
          <p:nvPr/>
        </p:nvSpPr>
        <p:spPr>
          <a:xfrm>
            <a:off x="10124694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컨설팅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124694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오늘의집·LG전자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Upstage·인천세종병원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 기업 다수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31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Claude Desktop 앱에서 Code 메뉴로 Claude Code 설치 → claude 실행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서울 열린데이터광장에서 미세먼지 CSV 직접 다운로드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자연어 프롬프트 3개로 첫 분석 결과(요약·자치구별·월별)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본인 프로젝트용 CLAUDE.md 작성 → 인프런/운영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Code는 코딩 도구가 아니라 작업 파트너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문법을 가르치지 않는다 — 일을 시키는 법을 가르친다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오늘은 결과 완성도보다 "체감"이 우선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데이터는 데이터 포털에서 직접 받는다 — 분석가의 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31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Before/After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강의 컨셉 + 미세먼지 CSV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 세팅 (Claude Desktop)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Claude Desktop의 Code 메뉴로 Claude Code 설치 + 트러블슈팅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다운로드 + 첫 분석 + CLAUDE.md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미세먼지 직접 다운로드 → 3개 프롬프트 → CLAUDE.md 작성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31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환영 + 4회차 흐름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4회차: 데이터 → EDA → 대시보드 → 의사결정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끝나면 "데이터 던지면 분석" 첫 경험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서울 미세먼지로 4회차를 끝까지 끌고 갑니다. (+추가 결합 데이터)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31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수집·미션 제출 방법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 : 출처에서 직접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- 미세먼지·따릉이·지하철 → 서울 열린데이터광장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- 날씨 → 기상자료개방포털  ·  검색량 → 네이버 데이터랩·구글 트렌드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시연 프롬프트: PPT 코드 블록을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미션 제출: 인프런/운영 채널에 결과(PNG · CLAUDE.md)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31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— ChatGPT에 복붙하던 시절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주피터에 CSV 로드 코드 직접 작성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"CP949 인코딩" 질문 → 답 받기 → 복붙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다시 질문 → 다시 복붙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"매번 이렇게 삽질..." 의 반복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31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— Claude Code, 한 문장이면 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문장이면 인코딩·폰트·집계·차트까지 자동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일부러 오타를 내도 "다시 해줘" 한마디로 복구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"에러 나면 어떡하지?" 걱정 일단 내려놓으세요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31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안 따라쳐도 OK (보기만 해도 됩니다)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해 통합 PM2.5 자치구별 비교를 한 문장으로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폴더에 기간별_일평균_대기환경_정보_2024년.csv + 기간별_일평균_대기환경_정보_2025년.csv 있어.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파일 모두 인코딩은 CP949(EUC-KR 호환)야. 통합해서 자치구별 PM2.5 연평균을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2024 vs 2025 비교 막대그래프로, 한글 폰트 깨지지 않게 그려줘.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31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BEFORE/AFTER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결과 — "한 문장으로 5분이면 끝"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before_after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자치구별 PM2.5 연평균 2024 vs 2025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31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질문도 분석가의 일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좋은 질문이지만 현재 데이터로는 답 안 되는 것들도 있다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"코로나 봉쇄 전후" — 배포본은 2024+2025 → 답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"출근시간 7~9시 PM" — 일별 데이터 → 시간대 분석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"데이터를 더 받거나 다른 후보로" 라는 의사결정으로 연결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31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Claude Desktop App 설치하기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https://claude.ai/download 에서 본인 OS용 다운로드 → 설치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Pro/Max 계정으로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좌측 사이드바에 "Code" 항목이 보이는지 확인 (없으면 앱 업데이트)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31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바탕화면에 작업 폴더 만들기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폴더 이름: inflearn_ccd_challenge (강의용 통일)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위치: 바탕화면 (찾기 쉬운 곳이면 어디든)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 폴더 하나가 4회차 내내 작업 폴더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데이터·CLAUDE.md·산출물 모두 여기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31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데스크톱 앱에서 Claude Code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좌측 메뉴에서 "Code"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inflearn_ccd_challenge 지정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앱 안내에 따라 Claude Code 설치 진행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(Node.js 등 사전 준비 자동 처리)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수강생은 터미널 명령어 외우거나 직접 칠 필요 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31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claude 첫 실행 + 인증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설치 끝나면 터미널에서 claude 명령어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브라우저로 Anthropic 계정 인증 1회 (Pro/Max 로그인 상태 필요)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인증 끝나면 Claude Code 프롬프트 진입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이제부터 모든 분석은 여기서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31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BONUS · ChatGPT 구독자용 (Codex)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— OpenAI Codex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대신 ChatGPT를 쓰시는 분은 같은 흐름을 Codex로: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Codex 데스크톱 앱 설치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macOS: developers.openai.com/codex/app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Windows: Microsoft Store에서 "Codex" 검색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2) ChatGPT Plus/Pro 계정으로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3) 터미널에서 CLI 설치: npm install -g @openai/codex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(또는 Homebrew: brew install codex)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4) 작업 폴더(inflearn_ccd_challenge)에서 codex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ChatGPT 계정 인증 → 분석 시작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강의 흐름은 Claude Code와 동일하게 따라갈 수 있음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31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만능 해결법 — 에러는 Claude에게 그대로 보여주세요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어떤 에러든, 어떤 막힘이든 → 에러 메시지를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또는 Claude Code에 붙여넣고 "이거 어떻게 해결해?"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Claude가 원인 진단 + 직접 고치기까지 한 번에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검색·스택오버플로우 → 더 이상 필요 없음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머리 싸매지 말고 일단 물어보기 — 라이브 강의 트러블도 이 한 가지로 다 풀립니다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31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미세먼지 데이터 다운로드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https://data.seoul.go.kr/dataList/OA-2218/S/1/datasetView.do 접속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2) 페이지 상단 탭 중 "파일"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3) 자료 목록에서 2024년 행 → [다운로드]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4) 같은 방식으로 2025년 행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→ 받아지는 파일명: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5) 두 파일을 작업 폴더(inflearn_ccd_challenge)로 이동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받기 정말 어려운 분만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31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DATA SOURCE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열린데이터광장 OA-2218 — 다운로드 화면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screenshots/day1/seoul_open_data_oa2218.png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"파일" 탭에서 2024·2025 두 해 CSV 다운로드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31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한눈에 보기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규모: 18,275행 (2024: 9,150 + 2025: 9,125)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 9개: 측정일시·권역명·측정소명·이산화질소·오존·일산화탄소·아황산가스·미세먼지·초미세먼지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인코딩: CP949 (한글이 EUC-KR 방식)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컬럼명 살짝 다름: 2024 "미세먼지" vs 2025 "미세먼지농도"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측정소: 서울 25개 자치구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31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이 데이터, 어떻게 생겼지?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폴더의 기간별_일평균_대기환경_정보_2024년.csv 와 기간별_일평균_대기환경_정보_2025년.csv 둘 다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읽어서 어떤 데이터인지 요약해줘. 둘 다 인코딩은 CP949야.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원본 9개 컬럼(측정일시·권역명·측정소명·이산화질소·오존·일산화탄소·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아황산가스·미세먼지·초미세먼지) 그대로 보여주고, 컬럼명 통일해주고,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연도별 행 수·결측 비율·날짜 범위 알려줘.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31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데이터 요약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1_summ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· dtypes · 결측 비율 · 날짜 범위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31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자치구별 PM2.5 연평균 (2024 vs 2025)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연평균을 2024와 2025 두 해 비교 막대그래프로,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한글 폰트 안 깨지게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자치구가 가로축에서 두 해 막대로 나란히 보이게.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yoy_district_pm25.png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31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자치구별 PM2.5 비교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2_distri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25개 자치구 × 2개 연도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31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월별 추이 + 황사 시즌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 PM2.5 추이를 2024와 2025 두 해 라인차트로 같이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시즌(3~5월) 영역을 음영 처리하고,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2025 황사 시즌이 작년 대비 강해졌는지 한 줄로 해석.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yoy_monthly_pm25.png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31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월별 추이 + 황사 시즌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3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PM2.5 (2024 vs 2025) + 황사 시즌 음영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31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— 같은 결과를 매번 재현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 루트에 두는 "프로젝트 컨텍스트 메모"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인코딩·폰트·임계값·차트 저장 경로·파일명 규칙까지 명시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번 적어두면 다음 분석부터 같은 결과가 재현됨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(강사 시연 → 수강생 → 본인 회사 데이터에서도 동일하게)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추가 규칙은 자연어로 부탁 — "이 규칙 추가해줘"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버전 구분(v1/v2) 안 함 — 폴더(day1/, day2/)로 히스토리 관리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31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예시 — 그대로 복사해서 쓰세요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claude_md_exa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CLAUDE.md를 그대로 두면 다음 분석부터 같은 결과가 재현됩니다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 / 31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├── yoy_district_pm25.png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└── yoy_monthly_pm25.png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 / 31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1 — 첫 분석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데이터에 질문 3개 + 결과 캡처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질문 3개 + 결과 캡처 (PNG)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(분석 규칙 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"평소 같으면 얼마나 걸렸을까?" 한 줄 소감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데이터로 시도해본 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 / 31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— EDA + 결합 데이터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 질문을 잔뜩 던지고, 답 가능한 것부터 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단독 분석으로 부족하면 결합 (따릉이·지하철·날씨·언급량·쇼핑)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Colab에서 코드 직접 만지기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만든 CLAUDE.md는 그대로 두고, 새 규칙은 자연어로 누적합니다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 / 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환경 세팅 + 데이터 가져오기</dc:title>
  <dc:subject>PptxGenJS Presentation</dc:subject>
  <dc:creator>데이터팝콘</dc:creator>
  <cp:lastModifiedBy>데이터팝콘</cp:lastModifiedBy>
  <cp:revision>1</cp:revision>
  <dcterms:created xsi:type="dcterms:W3CDTF">2026-05-10T05:47:52Z</dcterms:created>
  <dcterms:modified xsi:type="dcterms:W3CDTF">2026-05-10T05:47:52Z</dcterms:modified>
</cp:coreProperties>
</file>