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0"/>
            <a:ext cx="2313432" cy="685800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4A7B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spc="-5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세팅 +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spc="-5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가져오기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Code로 데이터 분석 자동화하기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114800"/>
            <a:ext cx="3200400" cy="0"/>
          </a:xfrm>
          <a:prstGeom prst="line">
            <a:avLst/>
          </a:prstGeom>
          <a:noFill/>
          <a:ln w="15240">
            <a:solidFill>
              <a:srgbClr val="4A7B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2026.05.12 (화)  |  19:00 — 22:00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1/4 회차  ·  3시간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6126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데이터팝콘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3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소개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00400" cy="4114800"/>
          </a:xfrm>
          <a:prstGeom prst="roundRect">
            <a:avLst>
              <a:gd name="adj" fmla="val 3429"/>
            </a:avLst>
          </a:prstGeom>
          <a:solidFill>
            <a:srgbClr val="F5F7FA"/>
          </a:solidFill>
          <a:ln/>
        </p:spPr>
      </p:sp>
      <p:pic>
        <p:nvPicPr>
          <p:cNvPr id="5" name="Image 0" descr="/Users/sujinpark/b2b-lecture-note/instructor/inyounglee/profi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320040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206240" y="1554480"/>
            <a:ext cx="7434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-5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이인영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206240" y="2240280"/>
            <a:ext cx="914400" cy="0"/>
          </a:xfrm>
          <a:prstGeom prst="line">
            <a:avLst/>
          </a:prstGeom>
          <a:noFill/>
          <a:ln w="19050">
            <a:solidFill>
              <a:srgbClr val="4A7B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06240" y="2331720"/>
            <a:ext cx="7434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B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데이터팝콘 대표  ·  n8n Global Seoul Ambassador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206240" y="2788920"/>
            <a:ext cx="743407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쏘카·카카오스타일·쿠팡플레이에서 모빌리티, 이커머스, OTT, 광고 도메인을 경험하며 데이터 기반 의사결정을 했습니다. 2024년 데이터팝콘으로 솔로프리너 활동을 시작해, 2025년 AI 자동화 전문 스타트업을 창업했습니다.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국내 1호 n8n 글로벌 앰배서더로 기업·대학생·취업준비생 대상 AI 자동화 컨설팅과 강의를 진행하고 있습니다. Google I/O Seoul, 데이터야놀자 등에서 발표하며 유튜브 「데이터팝콘」과 링크드인에 실무 콘텐츠를 공유합니다.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06240" y="4206240"/>
            <a:ext cx="1652778" cy="1783080"/>
          </a:xfrm>
          <a:prstGeom prst="roundRect">
            <a:avLst>
              <a:gd name="adj" fmla="val 442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06240" y="4206240"/>
            <a:ext cx="1652778" cy="4572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2" name="Text 9"/>
          <p:cNvSpPr/>
          <p:nvPr/>
        </p:nvSpPr>
        <p:spPr>
          <a:xfrm>
            <a:off x="4343400" y="4325112"/>
            <a:ext cx="13784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저서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343400" y="4590288"/>
            <a:ext cx="1378458" cy="1307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한빛미디어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《n8n이 다 해줌》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위키독스 노코드 가이드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133338" y="4206240"/>
            <a:ext cx="1652778" cy="1783080"/>
          </a:xfrm>
          <a:prstGeom prst="roundRect">
            <a:avLst>
              <a:gd name="adj" fmla="val 442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33338" y="4206240"/>
            <a:ext cx="1652778" cy="4572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6" name="Text 13"/>
          <p:cNvSpPr/>
          <p:nvPr/>
        </p:nvSpPr>
        <p:spPr>
          <a:xfrm>
            <a:off x="6270498" y="4325112"/>
            <a:ext cx="13784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270498" y="4590288"/>
            <a:ext cx="1378458" cy="1307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인프런 n8n 완전정복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KDT 부트캠프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팀스파르타·러닝스푼즈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060436" y="4206240"/>
            <a:ext cx="1652778" cy="1783080"/>
          </a:xfrm>
          <a:prstGeom prst="roundRect">
            <a:avLst>
              <a:gd name="adj" fmla="val 442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60436" y="4206240"/>
            <a:ext cx="1652778" cy="4572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20" name="Text 17"/>
          <p:cNvSpPr/>
          <p:nvPr/>
        </p:nvSpPr>
        <p:spPr>
          <a:xfrm>
            <a:off x="8197596" y="4325112"/>
            <a:ext cx="13784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197596" y="4590288"/>
            <a:ext cx="1378458" cy="1307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Google I/O Seoul 2025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데이터야놀자 2025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n8n Seoul Meetup 주최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9987534" y="4206240"/>
            <a:ext cx="1652778" cy="1783080"/>
          </a:xfrm>
          <a:prstGeom prst="roundRect">
            <a:avLst>
              <a:gd name="adj" fmla="val 442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987534" y="4206240"/>
            <a:ext cx="1652778" cy="4572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24" name="Text 21"/>
          <p:cNvSpPr/>
          <p:nvPr/>
        </p:nvSpPr>
        <p:spPr>
          <a:xfrm>
            <a:off x="10124694" y="4325112"/>
            <a:ext cx="137845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컨설팅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124694" y="4590288"/>
            <a:ext cx="1378458" cy="13075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오늘의집·LG전자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Upstage·인천세종병원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 기업 다수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/ 28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3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학습 목표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1 · 강의 종료 시점에 갖고 갈 것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66928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5669280" cy="64008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916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목표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5212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Claude Desktop 앱에서 자연어로 Claude Code 설치 → claude 실행</a:t>
            </a:r>
            <a:endParaRPr lang="en-US" sz="1300" dirty="0"/>
          </a:p>
          <a:p>
            <a:pPr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서울 열린데이터광장에서 미세먼지 CSV 직접 다운로드</a:t>
            </a:r>
            <a:endParaRPr lang="en-US" sz="1300" dirty="0"/>
          </a:p>
          <a:p>
            <a:pPr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자연어 프롬프트 3개로 첫 분석 결과(요약·자치구별·월별) 받기</a:t>
            </a:r>
            <a:endParaRPr lang="en-US" sz="1300" dirty="0"/>
          </a:p>
          <a:p>
            <a:pPr indent="0" marL="0"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본인 프로젝트용 CLAUDE.md 작성 + GitHub day1/ 폴더에 푸시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1A1F36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554480"/>
            <a:ext cx="5212080" cy="64008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691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메시지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29400" y="2148840"/>
            <a:ext cx="47548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Claude Code는 코딩 도구가 아니라 작업 파트너</a:t>
            </a:r>
            <a:endParaRPr lang="en-US" sz="1300" dirty="0"/>
          </a:p>
          <a:p>
            <a:pPr indent="0" marL="0">
              <a:lnSpc>
                <a:spcPct val="15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문법을 가르치지 않는다 — 일을 시키는 법을 가르친다</a:t>
            </a:r>
            <a:endParaRPr lang="en-US" sz="1300" dirty="0"/>
          </a:p>
          <a:p>
            <a:pPr indent="0" marL="0">
              <a:lnSpc>
                <a:spcPct val="15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오늘은 결과 완성도보다 "체감"이 우선</a:t>
            </a:r>
            <a:endParaRPr lang="en-US" sz="1300" dirty="0"/>
          </a:p>
          <a:p>
            <a:pPr indent="0" marL="0">
              <a:lnSpc>
                <a:spcPct val="155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E2E8F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강의 자료는 GitHub Public 레포에 다 있다 — 매번 찾을 필요 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/ 28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3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오늘의 시간표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파트별 진행 흐름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97687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파트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내용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오프닝 + Before/After 시연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강의 컨셉 + GitHub 레포 안내 + 미세먼지 CSV 라이브 시연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휴식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환경 세팅 (Claude Desktop)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자연어로 Claude Code 설치 요청 + 트러블슈팅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휴식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데이터 다운로드 + 첫 분석 + CLAUDE.md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미세먼지 직접 다운로드 → 3개 프롬프트 → CLAUDE.md 작성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F3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미션 안내 + Q&amp;A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GitHub day1/ 폴더 푸시 동선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/ 28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 1. 오프닝 + Before/After 시연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A7B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섹션 1 /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spc="-5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환영 + 4회차 흐름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828800" cy="0"/>
          </a:xfrm>
          <a:prstGeom prst="line">
            <a:avLst/>
          </a:prstGeom>
          <a:noFill/>
          <a:ln w="25400">
            <a:solidFill>
              <a:srgbClr val="4A7B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00400"/>
            <a:ext cx="1109167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4회차: 데이터 → EDA → 대시보드 → 의사결정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오늘 끝나면 "데이터 던지면 분석" 첫 경험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한 데이터(서울 미세먼지)로 4회차를 끝까지 끌고 갑니다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 / 28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 1. 오프닝 + Before/After 시연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A7B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섹션 2 /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spc="-5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자료는 GitHub Public 레포에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828800" cy="0"/>
          </a:xfrm>
          <a:prstGeom prst="line">
            <a:avLst/>
          </a:prstGeom>
          <a:noFill/>
          <a:ln w="25400">
            <a:solidFill>
              <a:srgbClr val="4A7B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00400"/>
            <a:ext cx="1109167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데이터·프롬프트·PPT·CLAUDE.md·산출물 모두 한 곳에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본인 GitHub로 fork or clone → 매 회차 day{n}/ 폴더에 산출물 추가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미션 제출도 본인 fork에 push → 링크 공유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폴더: data/  prompts/  ppt/  day1/  day2/  day3/  day4/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 / 28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 1. 오프닝 + Before/After 시연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A7B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섹션 3 /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spc="-5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 — ChatGPT에 복붙하던 시절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828800" cy="0"/>
          </a:xfrm>
          <a:prstGeom prst="line">
            <a:avLst/>
          </a:prstGeom>
          <a:noFill/>
          <a:ln w="25400">
            <a:solidFill>
              <a:srgbClr val="4A7B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00400"/>
            <a:ext cx="1109167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주피터에 CSV 로드 코드 직접 작성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"CP949 인코딩" 질문 → 답 받기 → 복붙 → 실행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한글 폰트 깨짐 → 다시 질문 → 다시 복붙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"매번 이렇게 삽질..." 의 반복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 / 28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 1. 오프닝 + Before/After 시연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A7B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섹션 4 /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spc="-5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 — Claude Code, 한 문장이면 끝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828800" cy="0"/>
          </a:xfrm>
          <a:prstGeom prst="line">
            <a:avLst/>
          </a:prstGeom>
          <a:noFill/>
          <a:ln w="25400">
            <a:solidFill>
              <a:srgbClr val="4A7B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00400"/>
            <a:ext cx="1109167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한 문장이면 인코딩·폰트·집계·차트까지 자동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일부러 오타를 내도 "다시 해줘" 한마디로 복구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"에러 나면 어떡하지?" 걱정 일단 내려놓으세요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 / 28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 1. 오프닝 + Before/After 시연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4A7B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💬 함께 볼 시연 프롬프트 — 따라 치지 않으셔도 됩니다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spc="-5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해 통합 PM2.5 자치구별 비교를 한 문장으로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828800" cy="0"/>
          </a:xfrm>
          <a:prstGeom prst="line">
            <a:avLst/>
          </a:prstGeom>
          <a:noFill/>
          <a:ln w="25400">
            <a:solidFill>
              <a:srgbClr val="4A7B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926080"/>
            <a:ext cx="11091672" cy="3200400"/>
          </a:xfrm>
          <a:prstGeom prst="roundRect">
            <a:avLst>
              <a:gd name="adj" fmla="val 1714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3035808"/>
            <a:ext cx="10762488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이 폴더에 seoul_air_quality_2024.csv + seoul_air_quality_2025.csv 있어.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두 파일 모두 인코딩은 CP949(EUC-KR 호환)야. 통합해서 자치구별 PM2.5 연평균을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2024 vs 2025 비교 막대그래프로, 한글 폰트 깨지지 않게 그려줘.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 / 28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1 · BEFORE/AFTER DEMO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A7B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만든 결과물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시연 결과 — "한 문장으로 5분이면 끝"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194560" y="2240280"/>
            <a:ext cx="7772400" cy="36576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12700">
            <a:solidFill>
              <a:srgbClr val="CBD5E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194560" y="3703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📷  결과 이미지 위치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(강의 시연 캡처가 들어갈 자리)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94560" y="4983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screenshots/day1/before_after_demo.png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59893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자치구별 PM2.5 연평균 2024 vs 2025 막대그래프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 / 28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 1. 오프닝 + Before/After 시연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A7B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섹션 5 /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spc="-5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답 안 되는 질문도 분석가의 일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828800" cy="0"/>
          </a:xfrm>
          <a:prstGeom prst="line">
            <a:avLst/>
          </a:prstGeom>
          <a:noFill/>
          <a:ln w="25400">
            <a:solidFill>
              <a:srgbClr val="4A7B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00400"/>
            <a:ext cx="1109167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좋은 질문이지만 현재 데이터로는 답 안 되는 것들도 있다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예: "코로나 봉쇄 전후" — 배포본은 2024+2025 → 답 불가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예: "출근시간 7~9시 PM" — 일별 데이터 → 시간대 분석 불가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"데이터를 더 받거나 다른 후보로" 라는 의사결정으로 연결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 / 28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 2. 환경 세팅 (Claude Desktop)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A7B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섹션 1 /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spc="-5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 — Claude Desktop 앱 켜기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828800" cy="0"/>
          </a:xfrm>
          <a:prstGeom prst="line">
            <a:avLst/>
          </a:prstGeom>
          <a:noFill/>
          <a:ln w="25400">
            <a:solidFill>
              <a:srgbClr val="4A7B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00400"/>
            <a:ext cx="1109167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앱 실행 → Pro/Max 계정 로그인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새 대화 창 열기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"이 앱이 우리 작업 파트너입니다. 명령어 외울 필요 없어요."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사전 준비: claude.ai/download 에서 앱 설치 + Pro/Max 로그인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 / 28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 2. 환경 세팅 (Claude Desktop)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4A7B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💬 함께 볼 시연 프롬프트 — 따라 치지 않으셔도 됩니다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spc="-5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 — Claude Desktop에 자연어로 설치 부탁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828800" cy="0"/>
          </a:xfrm>
          <a:prstGeom prst="line">
            <a:avLst/>
          </a:prstGeom>
          <a:noFill/>
          <a:ln w="25400">
            <a:solidFill>
              <a:srgbClr val="4A7B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926080"/>
            <a:ext cx="11091672" cy="3200400"/>
          </a:xfrm>
          <a:prstGeom prst="roundRect">
            <a:avLst>
              <a:gd name="adj" fmla="val 1714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3035808"/>
            <a:ext cx="10762488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내 노트북에 Claude Code를 설치하고 싶어.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필요한 사전 준비(Node.js 등)도 같이 해줘.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설치가 끝나면 터미널에서 claude 명령어가 실행되는지 확인해줘.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운영체제는 [Mac / Windows] 야.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 / 28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 2. 환경 세팅 (Claude Desktop)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4A7B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💬 함께 볼 시연 프롬프트 — 따라 치지 않으셔도 됩니다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spc="-5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 — 작업 폴더 만들고 claude 첫 실행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828800" cy="0"/>
          </a:xfrm>
          <a:prstGeom prst="line">
            <a:avLst/>
          </a:prstGeom>
          <a:noFill/>
          <a:ln w="25400">
            <a:solidFill>
              <a:srgbClr val="4A7B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926080"/>
            <a:ext cx="11091672" cy="3200400"/>
          </a:xfrm>
          <a:prstGeom prst="roundRect">
            <a:avLst>
              <a:gd name="adj" fmla="val 1714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3035808"/>
            <a:ext cx="10762488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바탕화면에 b2g-air-quality 라는 폴더 만들고,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그 폴더에서 claude 명령어를 실행해줘.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첫 실행이면 인증도 같이 진행해줘.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 / 28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 2. 환경 세팅 (Claude Desktop)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A7B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섹션 4 / 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spc="-5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자주 막히는 포인트 — 미리 알아두세요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828800" cy="0"/>
          </a:xfrm>
          <a:prstGeom prst="line">
            <a:avLst/>
          </a:prstGeom>
          <a:noFill/>
          <a:ln w="25400">
            <a:solidFill>
              <a:srgbClr val="4A7B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00400"/>
            <a:ext cx="1109167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"설치 안내만 함" → "직접 명령어 실행해서 설치해줘"라고 한 번 더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permission denied (Mac) → "sudo 비밀번호 단계 알려줘" 사전 부탁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claude 무한 로딩 → Pro/Max 미구독·로그인 미완료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Windows 한글 깨짐 → "터미널 인코딩 UTF-8로" 추가 요청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사내 보안 차단 → 개인 노트북으로 진행 권장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 / 28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 3. 데이터 다운로드 + 첫 분석 + CLAUDE.md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A7B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섹션 1 /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spc="-5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 — 미세먼지 데이터 다운로드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828800" cy="0"/>
          </a:xfrm>
          <a:prstGeom prst="line">
            <a:avLst/>
          </a:prstGeom>
          <a:noFill/>
          <a:ln w="25400">
            <a:solidFill>
              <a:srgbClr val="4A7B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00400"/>
            <a:ext cx="1109167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출처: 서울 열린데이터광장 — 일별 평균 대기환경 정보 (OA-2218)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https://data.seoul.go.kr/dataList/OA-2218/S/1/datasetView.do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페이지 접속 → "파일" 탭 → 2024 + 2025 두 개 CSV 다운로드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작업 폴더로 이동 후 이름 통일 (seoul_air_quality_2024/2025.csv)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못 받은 분은 강의 GitHub data/seoul_air_quality/ 백업본 사용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 / 28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1 · DATA SOURCE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A7B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만든 결과물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 열린데이터광장 OA-2218 — 다운로드 화면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194560" y="2240280"/>
            <a:ext cx="7772400" cy="36576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12700">
            <a:solidFill>
              <a:srgbClr val="CBD5E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194560" y="3703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📷  결과 이미지 위치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(강의 시연 캡처가 들어갈 자리)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94560" y="4983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screenshots/day1/seoul_open_data_oa2218.png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59893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"파일" 탭에서 2024·2025 두 해 CSV 다운로드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 / 28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 3. 데이터 다운로드 + 첫 분석 + CLAUDE.md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A7B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섹션 2 /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spc="-5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한눈에 보기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828800" cy="0"/>
          </a:xfrm>
          <a:prstGeom prst="line">
            <a:avLst/>
          </a:prstGeom>
          <a:noFill/>
          <a:ln w="25400">
            <a:solidFill>
              <a:srgbClr val="4A7B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00400"/>
            <a:ext cx="1109167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규모: 18,275행 (2024: 9,150 + 2025: 9,125)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컬럼 9개: 측정일시·권역명·측정소명·이산화질소·오존·일산화탄소·아황산가스·미세먼지·초미세먼지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인코딩: CP949 (한글이 EUC-KR 방식)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컬럼명 살짝 다름: 2024 "미세먼지" vs 2025 "미세먼지농도"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측정소: 서울 25개 자치구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 / 28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 3. 데이터 다운로드 + 첫 분석 + CLAUDE.md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4A7B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💬 함께 볼 시연 프롬프트 — 따라 치지 않으셔도 됩니다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spc="-5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 — 이 데이터, 어떻게 생겼지?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828800" cy="0"/>
          </a:xfrm>
          <a:prstGeom prst="line">
            <a:avLst/>
          </a:prstGeom>
          <a:noFill/>
          <a:ln w="25400">
            <a:solidFill>
              <a:srgbClr val="4A7B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926080"/>
            <a:ext cx="11091672" cy="3200400"/>
          </a:xfrm>
          <a:prstGeom prst="roundRect">
            <a:avLst>
              <a:gd name="adj" fmla="val 1714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3035808"/>
            <a:ext cx="10762488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이 폴더의 seoul_air_quality_2024.csv 와 seoul_air_quality_2025.csv 둘 다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읽어서 어떤 데이터인지 요약해줘. 둘 다 인코딩은 CP949야.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원본 9개 컬럼(측정일시·권역명·측정소명·이산화질소·오존·일산화탄소·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아황산가스·미세먼지·초미세먼지) 그대로 보여주고, 컬럼명 통일해주고,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연도별 행 수·결측 비율·날짜 범위 알려줘.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 / 28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1 · STEP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A7B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만든 결과물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 결과 — 데이터 요약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194560" y="2240280"/>
            <a:ext cx="7772400" cy="36576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12700">
            <a:solidFill>
              <a:srgbClr val="CBD5E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194560" y="3703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📷  결과 이미지 위치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(강의 시연 캡처가 들어갈 자리)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94560" y="4983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screenshots/day1/result_step1_summary.png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59893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shape · dtypes · 결측 비율 · 날짜 범위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 / 28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 3. 데이터 다운로드 + 첫 분석 + CLAUDE.md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4A7B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💬 함께 볼 시연 프롬프트 — 따라 치지 않으셔도 됩니다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spc="-5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 — 자치구별 PM2.5 연평균 (2024 vs 2025)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828800" cy="0"/>
          </a:xfrm>
          <a:prstGeom prst="line">
            <a:avLst/>
          </a:prstGeom>
          <a:noFill/>
          <a:ln w="25400">
            <a:solidFill>
              <a:srgbClr val="4A7B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926080"/>
            <a:ext cx="11091672" cy="3200400"/>
          </a:xfrm>
          <a:prstGeom prst="roundRect">
            <a:avLst>
              <a:gd name="adj" fmla="val 1714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3035808"/>
            <a:ext cx="10762488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자치구별 PM2.5 연평균을 2024와 2025 두 해 비교 막대그래프로,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한글 폰트 안 깨지게 그려줘.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같은 자치구가 가로축에서 두 해 막대로 나란히 보이게.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yoy_district_pm25.png 로 저장.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 / 28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1 · STEP 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A7B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만든 결과물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 결과 — 자치구별 PM2.5 비교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194560" y="2240280"/>
            <a:ext cx="7772400" cy="36576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12700">
            <a:solidFill>
              <a:srgbClr val="CBD5E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194560" y="3703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📷  결과 이미지 위치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(강의 시연 캡처가 들어갈 자리)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94560" y="4983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screenshots/day1/result_step2_district.png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59893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25개 자치구 × 2개 연도 막대그래프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22 / 28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 3. 데이터 다운로드 + 첫 분석 + CLAUDE.md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" kern="0" dirty="0">
                <a:solidFill>
                  <a:srgbClr val="4A7B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💬 함께 볼 시연 프롬프트 — 따라 치지 않으셔도 됩니다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spc="-5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4단계 — 월별 추이 + 황사 시즌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1828800" cy="0"/>
          </a:xfrm>
          <a:prstGeom prst="line">
            <a:avLst/>
          </a:prstGeom>
          <a:noFill/>
          <a:ln w="25400">
            <a:solidFill>
              <a:srgbClr val="4A7B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926080"/>
            <a:ext cx="11091672" cy="3200400"/>
          </a:xfrm>
          <a:prstGeom prst="roundRect">
            <a:avLst>
              <a:gd name="adj" fmla="val 1714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3035808"/>
            <a:ext cx="10762488" cy="2980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월별 PM2.5 추이를 2024와 2025 두 해 라인차트로 같이 그려줘.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황사 시즌(3~5월) 영역을 음영 처리하고,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2025 황사 시즌이 작년 대비 강해졌는지 한 줄로 해석.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A1F3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yoy_monthly_pm25.png 로 저장.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 / 28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1 · STEP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A7B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만든 결과물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spc="-3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4단계 결과 — 월별 추이 + 황사 시즌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194560" y="2240280"/>
            <a:ext cx="7772400" cy="3657600"/>
          </a:xfrm>
          <a:prstGeom prst="roundRect">
            <a:avLst>
              <a:gd name="adj" fmla="val 3000"/>
            </a:avLst>
          </a:prstGeom>
          <a:solidFill>
            <a:srgbClr val="F5F7FA"/>
          </a:solidFill>
          <a:ln w="12700">
            <a:solidFill>
              <a:srgbClr val="CBD5E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194560" y="37033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📷  결과 이미지 위치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(강의 시연 캡처가 들어갈 자리)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94560" y="49834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screenshots/day1/result_step3_monthly.png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59893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월별 PM2.5 (2024 vs 2025) + 황사 시즌 음영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24 / 28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 3. 데이터 다운로드 + 첫 분석 + CLAUDE.md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A7B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섹션 4 /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spc="-5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CLAUDE.md 작성 — 매번 설명 안 하려고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828800" cy="0"/>
          </a:xfrm>
          <a:prstGeom prst="line">
            <a:avLst/>
          </a:prstGeom>
          <a:noFill/>
          <a:ln w="25400">
            <a:solidFill>
              <a:srgbClr val="4A7B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00400"/>
            <a:ext cx="1109167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Claude Code 작업 폴더에 두는 "프로젝트 컨텍스트 메모"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인코딩·폰트·출력 언어·데이터 위치 같은 기본 전제를 한 번에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한 번 적어두면 다음 분석부터 한 문장 명령으로 끝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버전 구분(v1/v2) 안 함 — 폴더(day1/, day2/)로 히스토리 관리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 / 28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50" kern="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 3. 데이터 다운로드 + 첫 분석 + CLAUDE.md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A7B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섹션 5 / 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spc="-5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산출물을 GitHub day1/ 폴더에 푸시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828800" cy="0"/>
          </a:xfrm>
          <a:prstGeom prst="line">
            <a:avLst/>
          </a:prstGeom>
          <a:noFill/>
          <a:ln w="25400">
            <a:solidFill>
              <a:srgbClr val="4A7B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00400"/>
            <a:ext cx="11091672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day1/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├── CLAUDE.md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├── outputs/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│   ├── yoy_district_pm25.png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│   └── yoy_monthly_pm25.png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└── notes.md   (한 줄 소감)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다음 회차에 쓸 CLAUDE.md는 그대로 day2/ 폴더에 복사</a:t>
            </a:r>
            <a:endParaRPr lang="en-US" sz="17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거기서 추가 규칙을 누적 — 폴더 자체가 히스토리 역할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26 / 28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914400" cy="54864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3035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30" kern="0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🎯 미션 1 — 첫 분석 + CLAUDE.md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515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미세먼지 데이터에 질문 3개 + 결과 캡처 + CLAUDE.md → GitHub day1/ 푸시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669280" cy="4572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5669280" cy="64008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916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제출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52120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질문 3개 + 결과 캡처 (PNG)</a:t>
            </a:r>
            <a:endParaRPr lang="en-US" sz="1300" dirty="0"/>
          </a:p>
          <a:p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CLAUDE.md (분석 규칙 5개 이상)</a:t>
            </a:r>
            <a:endParaRPr lang="en-US" sz="1300" dirty="0"/>
          </a:p>
          <a:p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GitHub 레포 day1/ 폴더에 push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5212080" cy="457200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554480"/>
            <a:ext cx="5212080" cy="64008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11" name="Text 9"/>
          <p:cNvSpPr/>
          <p:nvPr/>
        </p:nvSpPr>
        <p:spPr>
          <a:xfrm>
            <a:off x="6629400" y="1691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 (보너스)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29400" y="2148840"/>
            <a:ext cx="47548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⭐ "평소 같으면 얼마나 걸렸을까?" 한 줄 소감</a:t>
            </a:r>
            <a:endParaRPr lang="en-US" sz="1300" dirty="0"/>
          </a:p>
          <a:p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⭐ 본인 회사 데이터로 시도해본 결과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 / 28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0"/>
          </a:xfrm>
          <a:prstGeom prst="rect">
            <a:avLst/>
          </a:prstGeom>
          <a:solidFill>
            <a:srgbClr val="4A7BF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4A7B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회차 사전 안내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spc="-50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Day 2 — EDA + 결합 데이터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분석 질문을 잔뜩 던지고, 답 가능한 것부터 풀기</a:t>
            </a:r>
            <a:endParaRPr lang="en-US" sz="15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단독 분석으로 부족하면 결합 (따릉이·지하철·날씨·언급량·쇼핑)</a:t>
            </a:r>
            <a:endParaRPr lang="en-US" sz="15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Colab에서 코드 직접 만지기</a:t>
            </a:r>
            <a:endParaRPr lang="en-US" sz="15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· 오늘 만든 CLAUDE.md를 그대로 day2/ 폴더로 복사해 오세요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0" y="64465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28 / 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 — 환경 세팅 + 데이터 가져오기</dc:title>
  <dc:subject>PptxGenJS Presentation</dc:subject>
  <dc:creator>데이터팝콘</dc:creator>
  <cp:lastModifiedBy>데이터팝콘</cp:lastModifiedBy>
  <cp:revision>1</cp:revision>
  <dcterms:created xsi:type="dcterms:W3CDTF">2026-05-09T14:32:40Z</dcterms:created>
  <dcterms:modified xsi:type="dcterms:W3CDTF">2026-05-09T14:32:40Z</dcterms:modified>
</cp:coreProperties>
</file>