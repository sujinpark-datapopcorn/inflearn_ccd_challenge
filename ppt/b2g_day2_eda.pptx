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 데이터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2026.05.14 (목)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EDA 표준 흐름(shape → 결측 → 분포 → 시즌성)을 Claude Code로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분석 질문 뱅크에서 본인 관심사 기반 질문 골라 결과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단독 분석으로 부족하면 결합 (따릉이·지하철·날씨·언급량)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Colab에서 코드 직접 수정 + CLAUDE.md 자연어로 누적 → day2/ 푸시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AI가 짠 코드를 그대로 쓰는 게 아니라 손대는 게 핵심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데이터가 부족하면 결합한다 — 그게 분석가의 일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규칙은 개조식 X — 자연어로 부탁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같은 질문도 데이터·각도가 달라지면 답이 달라진다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EDA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Wrap up + 통합 EDA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분석 질문 던지기 + 결합 데이터 EDA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 뱅크 픽 → 단독 분석 → 결합 분석으로 확장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Colab 핸들링 + CLAUDE.md 누적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코드 콜랩으로 옮기기 + 자연어로 CLAUDE.md 업데이트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GitHub day2/ 푸시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 up — 1일차에서 가져갈 것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첫 결과 = 환경 세팅 + 데이터 가져오기 끝났다는 신호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적어둔 덕분에 인코딩·폰트 설명을 더 안 해도 된다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흐름: 질문 던지기 → 단독 분석 → 결합 분석 → CLAUDE.md 업데이트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쓸 데이터 6종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AQ — 서울 미세먼지 일별 (메인, 1일차 그대로)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BIKE — 따릉이 일별 대여 건수 (보유)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SUBWAY — 지하철 일별 총 승하차 (보유)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WEATHER — 기상청 ASOS 서울 일자료 (강사 사전 배포)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BUZZ — 검색량/언급량 (네이버 데이터랩·구글 트렌드, 강사 사전 배포)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SHOP — 4개 도메인 적재본 (다이소·올리브영·컬리·네이버쇼핑)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2024+2025 통합 본격 EDA 시연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seoul_air_quality_2024.csv + seoul_air_quality_2025.csv 통합해서 EDA 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순서: shape → dtypes → 결측 비율 (연도별)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 비교 (2024 vs 2025)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월별·요일별 시즌성 → 이상치 후보 (연도별 spike Top 5) → 등급 분포 변화.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차트 다 그려서 ./outputs/ 에 저장하고, 핵심 인사이트 5줄로 요약.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EDA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시연 결과 — shape · 시즌성 · spike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screenshots/day2/eda_demo.png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EDA 결과 한눈에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이상치인가, 황사 spike인가?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spike 1건 의심 → "이거 진짜 오류일까, 황사 이벤트일까?" 한 번 더 질문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분석가의 판단이 필요한 지점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AI는 코드를 짜지만 도메인 해석은 사람의 일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"AI가 짠 코드를 그냥 쓰면 도메인 모르는 결과가 나온다 — 손대야 한다"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질문 뱅크 — 50개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A. 미세먼지 단독 (10) / B. + 따릉이 (5) / C. + 지하철 (5)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D. + 날씨 (8) / E. + 언급량 (4) / F. + 쇼핑 적재본 (8)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G. 답 안 되는 질문 (5) — 일별 한계 인식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H. 워밍업 (5) — 본인 자치구 / "가장 깨끗했던 하루" 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5분 시간 → 본인 관심사 5개 픽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본인 관심사 1개부터 단독 분석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"내가 사는 자치구의 2025 PM2.5 평균은?" 같은 식으로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본인이 고른 질문 1개를 그대로 던져봐.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결과는 표 + 한 줄 인사이트로.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결과 — 단독 분석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screenshots/day2/single_data_result.png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수강생이 고른 질문 1개의 답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환경에 민감한 교통수단 비교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미세먼지 등급(좋음/보통/나쁨/매우나쁨)별 따릉이 일평균 대여 건수 보여줘.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분석을 지하철 일별 총 승하차로도 한 번 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결과를 한 화면에 나란히 그려서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"환경에 민감한 교통수단" 비교 메시지가 나오게.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따릉이 vs 지하철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screenshots/day2/joined_bike_vs_subway.png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등급별 두 교통수단 이용량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날씨와 결합 (풍속·강수·기온)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weather_seoul_daily.csv 도 같이 읽어서,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PM2.5와 풍속·강수·기온의 상관계수를 표로 만들고,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풍속이 셀수록 PM2.5가 떨어지는지 산점도로 검증해줘.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시즌·비황사 시즌 따로 봐줘.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날씨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screenshots/day2/weather_join.png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풍속-PM2.5 산점도 + 시즌별 분리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사람들은 언제 검색하기 시작하나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buzz_keywords.csv 의 "미세먼지" 검색량과 실제 PM2.5 일별 시계열을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같이 그려줘. 검색량이 PM 농도를 며칠 따라가는지(상관 lag) 알려주고,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사람들이 PM 몇 ㎍/㎥부터 검색하기 시작하는지 임계값 추정해줘.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언급량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screenshots/day2/buzz_join.png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검색량-PM2.5 시계열 + lag 결과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6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 — 분석가의 정직함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"출근시간 7~9시 PM" → AQ 일별이라 답 불가 (에어코리아 시간별 API 또는 4일차 결합으로)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"코로나 전후" → 배포본 2024~2025만 → 별도 다운로드 필요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답 못 하는 이유를 말로 설명할 수 있어야 분석가다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Colab을 왜 끼우나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Code가 짠 코드를 눈으로 보고 직접 만지는 자리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셀 단위로 결과 확인 → 변수명·임계값 바꿔보기 쉬움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회사 환경에서 Claude Code 못 쓸 때 백업 채널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사용법 (간단)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colab.research.google.com → "새 노트"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좌측 폴더 아이콘 → CSV 업로드 (또는 Drive 마운트)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코드 셀에 Claude Code 결과 붙여넣고 ▶︎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한글 폰트 깨짐 → 첫 셀에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 차트 결과 확인 → 변수 바꿔서 ▶︎ 다시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강의 노트북 (사전 배포): b2g_day2_eda.ipynb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변형 실습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A: PM2.5 → PM10 으로 같은 분석 (오염원 차이 — 황사는 PM10만 튄다)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B: 이상치 IQR 1.5배 → 3배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C: 결합 차트 등급 임계값 변경 (좋음/보통 vs 나쁨/매우나쁨 2분류)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D: 본인이 궁금한 변형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나오는 Colab 트러블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pd.to_datetime 에러 → format 명시 (format="%Y-%m-%d")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groupby 결과가 시리즈 → .reset_index() 추가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sns.set_theme()이 폰트 덮어씀 → set_theme 후 폰트 재지정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누적 — 자연어로 부탁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오늘 EDA에서 발견한 규칙을 CLAUDE.md에 추가해줘.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측정일시는 항상 datetime으로 파싱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결측 50% 이상 측정소는 분석에서 제외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이상치 기준은 IQR 3배 (황사 spike는 정상값으로 인정)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황사 시즌 = 3~5월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결합 데이터는 './data/' 하위, 날짜 컬럼은 'date'로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시즌별 비교 시 4분위 컬러 팔레트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y축 단위 항상 명시 (PM은 ㎍/㎥, 따릉이는 건, 지하철은 명)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기존 규칙과 중복은 합치고, 어울리는 섹션 위치에 추가해줘.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산출물을 GitHub day2/ 폴더에 푸시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day2/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   (1일차 그대로 복사 + 오늘 누적 반영)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eda_summary.png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joined_bike_vs_subway.png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weather_corr.png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└── buzz_lag.png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notebook.ipynb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notes.md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2 — EDA + 결합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5개 (단독 3 + 결합 2) + Colab + CLAUDE.md → GitHub day2/ 푸시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분석 질문 5개 + 결과 캡처 (단독 3 + 결합 2 권장)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Colab 노트북 1개 (코드 변형 흔적 포함)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누적분 (자연어로 추가, 1일차 대비 +5개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GitHub 레포 day2/ 폴더에 push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답 안 되는 질문 1개 + 왜 답 못 하는지 한 줄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 결합 시도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3 — 대시보드 만들기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정적 HTML 리포트(매거진 톤) + 인터랙티브 Streamlit 둘 다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본인 인사이트 한 줄 메모해 오기 — "강조할 메시지가 있어야 디자인이 산다"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report.html 산출물이 4일차 의사결정 리포트로 이어짐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 — EDA + 결합 데이터</dc:title>
  <dc:subject>PptxGenJS Presentation</dc:subject>
  <dc:creator>데이터팝콘</dc:creator>
  <cp:lastModifiedBy>데이터팝콘</cp:lastModifiedBy>
  <cp:revision>1</cp:revision>
  <dcterms:created xsi:type="dcterms:W3CDTF">2026-05-09T14:32:40Z</dcterms:created>
  <dcterms:modified xsi:type="dcterms:W3CDTF">2026-05-09T14:32:40Z</dcterms:modified>
</cp:coreProperties>
</file>